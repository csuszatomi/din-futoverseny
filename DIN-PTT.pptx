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34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762839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7128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4612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574380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2295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438502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29950DD-C43F-43A6-A0D6-586CE2C100B3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25294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61695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90220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950DD-C43F-43A6-A0D6-586CE2C100B3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11961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29950DD-C43F-43A6-A0D6-586CE2C100B3}" type="datetimeFigureOut">
              <a:rPr lang="hu-HU" smtClean="0"/>
              <a:t>2026. 01. 21.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ED9EF6D-EAB9-462E-9614-3F8F3BBE850D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9018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07DAEDC-9E00-BD0C-83EB-3EC9E8AA7B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hu-HU" sz="13400" b="1" dirty="0"/>
              <a:t>Futás nyilvántartó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68565654-AB4E-0985-A7F1-FF2CE00121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Papp </a:t>
            </a:r>
            <a:r>
              <a:rPr lang="hu-HU" dirty="0" err="1"/>
              <a:t>Dominik,Németh</a:t>
            </a:r>
            <a:r>
              <a:rPr lang="hu-HU" dirty="0"/>
              <a:t> </a:t>
            </a:r>
            <a:r>
              <a:rPr lang="hu-HU" dirty="0" err="1"/>
              <a:t>imre</a:t>
            </a:r>
            <a:r>
              <a:rPr lang="hu-HU" dirty="0"/>
              <a:t> és Ádám </a:t>
            </a:r>
            <a:r>
              <a:rPr lang="hu-HU" dirty="0" err="1"/>
              <a:t>nándor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87302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7BCECCB-C0D7-5275-1ECC-A677C327CD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8000" b="1" dirty="0">
                <a:cs typeface="Times New Roman" panose="02020603050405020304" pitchFamily="18" charset="0"/>
              </a:rPr>
              <a:t>A program működése</a:t>
            </a:r>
            <a:endParaRPr lang="hu-HU" sz="8000" dirty="0"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4CB58DC-AFB4-FC5D-57B4-48730C40D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2400" b="1" i="1" dirty="0"/>
              <a:t>Fő menü pontjai:</a:t>
            </a:r>
          </a:p>
          <a:p>
            <a:pPr marL="457200" lvl="0" indent="-311150">
              <a:spcAft>
                <a:spcPts val="0"/>
              </a:spcAft>
              <a:buSzPts val="1300"/>
              <a:buChar char="-"/>
            </a:pPr>
            <a:r>
              <a:rPr lang="hu-HU" dirty="0"/>
              <a:t>Regisztráció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-HU" dirty="0"/>
              <a:t>Bejelentkezés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-HU" dirty="0"/>
              <a:t>Beállítások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hu-HU" dirty="0"/>
              <a:t>Kilépés</a:t>
            </a:r>
          </a:p>
          <a:p>
            <a: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endParaRPr lang="hu-HU" dirty="0"/>
          </a:p>
          <a:p>
            <a:pPr marL="146050" indent="0"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hu-HU" b="1" i="1" dirty="0"/>
              <a:t>A bejelentkezett menü fő pontjai: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b="1" i="1" dirty="0"/>
              <a:t>Új futás rögzítése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b="1" i="1" dirty="0"/>
              <a:t>Futások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b="1" i="1" dirty="0"/>
              <a:t>Statisztikák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b="1" i="1" dirty="0"/>
              <a:t>Futások és fiók kezelés</a:t>
            </a:r>
          </a:p>
          <a:p>
            <a:pPr marL="488950" indent="-342900">
              <a:spcBef>
                <a:spcPts val="0"/>
              </a:spcBef>
              <a:spcAft>
                <a:spcPts val="0"/>
              </a:spcAft>
              <a:buSzPts val="1300"/>
              <a:buFont typeface="Sitka Text Semibold" pitchFamily="2" charset="0"/>
              <a:buChar char="-"/>
            </a:pPr>
            <a:r>
              <a:rPr lang="hu-HU" b="1" i="1" dirty="0"/>
              <a:t>5km lefutási idő beállító</a:t>
            </a:r>
          </a:p>
        </p:txBody>
      </p:sp>
      <p:pic>
        <p:nvPicPr>
          <p:cNvPr id="5" name="Kép 4" descr="A képen szöveg, Betűtípus, képernyőkép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1B7C482B-9948-1A30-9117-60BA3D7936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173" y="3739943"/>
            <a:ext cx="2848373" cy="2048161"/>
          </a:xfrm>
          <a:prstGeom prst="rect">
            <a:avLst/>
          </a:prstGeom>
        </p:spPr>
      </p:pic>
      <p:pic>
        <p:nvPicPr>
          <p:cNvPr id="7" name="Kép 6" descr="A képen szöveg, Betűtípus, képernyőkép, tervezés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07D7027-9D0C-62F0-152B-20BE39495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4528" y="1845734"/>
            <a:ext cx="2191056" cy="146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4326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B2F0A7-A680-E1B8-A497-14D14E585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dirty="0"/>
              <a:t>Dominik munkássága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4BDE175-E13F-81EA-41D8-FF13C9017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10058400" cy="4454482"/>
          </a:xfrm>
        </p:spPr>
        <p:txBody>
          <a:bodyPr>
            <a:normAutofit/>
          </a:bodyPr>
          <a:lstStyle/>
          <a:p>
            <a:pPr>
              <a:buFont typeface="Sitka Text Semibold" pitchFamily="2" charset="0"/>
              <a:buChar char="-"/>
            </a:pPr>
            <a:r>
              <a:rPr lang="hu-HU" sz="3200" dirty="0"/>
              <a:t>Felhasználó kezelés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Bejelentkezés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Regisztráció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Szöveg </a:t>
            </a:r>
            <a:r>
              <a:rPr lang="hu-HU" sz="3200" dirty="0" err="1"/>
              <a:t>kezelés,táblázat</a:t>
            </a:r>
            <a:endParaRPr lang="hu-HU" sz="3200" dirty="0"/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Inputok </a:t>
            </a:r>
            <a:r>
              <a:rPr lang="hu-HU" sz="3200" dirty="0" err="1"/>
              <a:t>ellenörzése</a:t>
            </a:r>
            <a:endParaRPr lang="hu-HU" sz="3200" dirty="0"/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Hiba javítások</a:t>
            </a:r>
          </a:p>
          <a:p>
            <a:pPr>
              <a:buFont typeface="Sitka Text Semibold" pitchFamily="2" charset="0"/>
              <a:buChar char="-"/>
            </a:pPr>
            <a:r>
              <a:rPr lang="hu-HU" sz="3200" dirty="0"/>
              <a:t>Statisztika</a:t>
            </a:r>
          </a:p>
        </p:txBody>
      </p:sp>
      <p:pic>
        <p:nvPicPr>
          <p:cNvPr id="5" name="Kép 4" descr="A képen szöveg, képernyő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E924B804-4835-0ED6-192C-ACEB99FD2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776" y="1737361"/>
            <a:ext cx="3437422" cy="2597042"/>
          </a:xfrm>
          <a:prstGeom prst="rect">
            <a:avLst/>
          </a:prstGeom>
        </p:spPr>
      </p:pic>
      <p:pic>
        <p:nvPicPr>
          <p:cNvPr id="7" name="Kép 6" descr="A képen szöveg, képernyőkép, Betűtípus,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7DDDEB0-832A-88FA-766F-262700523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353" y="4000479"/>
            <a:ext cx="2693281" cy="2408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33078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B29C02-67E8-17E7-D7F7-CCE5D8E8AC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dirty="0"/>
              <a:t>Imre munkássága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BC537CC-E7BB-5BCE-C16F-39CCD1053A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</a:t>
            </a:r>
            <a:r>
              <a:rPr lang="hu-HU" sz="2800" dirty="0" err="1"/>
              <a:t>classba</a:t>
            </a:r>
            <a:r>
              <a:rPr lang="hu-HU" sz="2800" dirty="0"/>
              <a:t> rendezése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felvétele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Átlag sebesség időbeli változása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mentése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beolvasása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módosítása</a:t>
            </a:r>
          </a:p>
          <a:p>
            <a:pPr>
              <a:buFont typeface="Sitka Text Semibold" pitchFamily="2" charset="0"/>
              <a:buChar char="-"/>
            </a:pPr>
            <a:r>
              <a:rPr lang="hu-HU" sz="2800" dirty="0"/>
              <a:t>Futások törlése</a:t>
            </a:r>
          </a:p>
          <a:p>
            <a:pPr>
              <a:buFont typeface="Sitka Text Semibold" pitchFamily="2" charset="0"/>
              <a:buChar char="-"/>
            </a:pPr>
            <a:endParaRPr lang="hu-HU" dirty="0"/>
          </a:p>
        </p:txBody>
      </p:sp>
      <p:pic>
        <p:nvPicPr>
          <p:cNvPr id="5" name="Kép 4" descr="A képen szöveg, képernyőkép, szoftver, Multimédiás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B647851C-7FA6-527A-2C79-A0B111A15D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8186" y="1737360"/>
            <a:ext cx="5004123" cy="3236036"/>
          </a:xfrm>
          <a:prstGeom prst="rect">
            <a:avLst/>
          </a:prstGeom>
        </p:spPr>
      </p:pic>
      <p:pic>
        <p:nvPicPr>
          <p:cNvPr id="7" name="Kép 6" descr="A képen szöveg, képernyőkép,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523A8CF9-BABF-CD6D-4E3F-62B55CACB2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8424" y="3764188"/>
            <a:ext cx="2561063" cy="2898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416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1A2F40-2FF4-85AE-87F0-0CC247ABE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dirty="0"/>
              <a:t>Nándi munkássága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B2161EC-0AD3-1B7D-15C2-63FA378A30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Sitka Text Semibold" pitchFamily="2" charset="0"/>
              <a:buChar char="-"/>
            </a:pPr>
            <a:r>
              <a:rPr lang="hu-HU" sz="3600" dirty="0"/>
              <a:t>Edzéseket össze számoló függvények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 err="1"/>
              <a:t>Admin</a:t>
            </a:r>
            <a:r>
              <a:rPr lang="hu-HU" sz="3600" dirty="0"/>
              <a:t> felület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 err="1"/>
              <a:t>Admin</a:t>
            </a:r>
            <a:r>
              <a:rPr lang="hu-HU" sz="3600" dirty="0"/>
              <a:t> felhasználó kezelés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 err="1"/>
              <a:t>Admin</a:t>
            </a:r>
            <a:r>
              <a:rPr lang="hu-HU" sz="3600" dirty="0"/>
              <a:t> futáskezelés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/>
              <a:t>Dokumentáció részben</a:t>
            </a:r>
          </a:p>
          <a:p>
            <a:pPr>
              <a:buFont typeface="Sitka Text Semibold" pitchFamily="2" charset="0"/>
              <a:buChar char="-"/>
            </a:pPr>
            <a:r>
              <a:rPr lang="hu-HU" sz="3600" dirty="0"/>
              <a:t>Edzések sikeres arányát számolás</a:t>
            </a:r>
          </a:p>
        </p:txBody>
      </p:sp>
      <p:pic>
        <p:nvPicPr>
          <p:cNvPr id="7" name="Kép 6" descr="A képen szöveg, képernyőkép, szoftver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45D0A2A2-FFA9-AA70-04E7-9D8016C24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468375"/>
            <a:ext cx="3445148" cy="3295655"/>
          </a:xfrm>
          <a:prstGeom prst="rect">
            <a:avLst/>
          </a:prstGeom>
        </p:spPr>
      </p:pic>
      <p:pic>
        <p:nvPicPr>
          <p:cNvPr id="9" name="Kép 8" descr="A képen szöveg, képernyőkép látható&#10;&#10;Előfordulhat, hogy az AI által létrehozott tartalom helytelen.">
            <a:extLst>
              <a:ext uri="{FF2B5EF4-FFF2-40B4-BE49-F238E27FC236}">
                <a16:creationId xmlns:a16="http://schemas.microsoft.com/office/drawing/2014/main" id="{D4756E60-D850-789C-B613-E3F58A422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5602" y="4168732"/>
            <a:ext cx="4397746" cy="2220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6835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5228698-BF55-22B5-F4B6-D7EDCF29C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6600" dirty="0"/>
              <a:t>A program főbb részei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3BD58F7-0E84-03A6-1895-1747BDA7D8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Sitka Text Semibold" pitchFamily="2" charset="0"/>
              <a:buChar char="-"/>
            </a:pPr>
            <a:r>
              <a:rPr lang="hu-HU" dirty="0" err="1"/>
              <a:t>AdminMenu</a:t>
            </a:r>
            <a:r>
              <a:rPr lang="hu-HU" dirty="0"/>
              <a:t>() -&gt; Az adminisztrátori jogosultságokkal elérhető központi kezelőfelület, amely hozzáférést biztosít a rendszer összes adatához.</a:t>
            </a:r>
          </a:p>
          <a:p>
            <a:pPr>
              <a:buFont typeface="Sitka Text Semibold" pitchFamily="2" charset="0"/>
              <a:buChar char="-"/>
            </a:pPr>
            <a:r>
              <a:rPr lang="hu-HU" dirty="0" err="1"/>
              <a:t>ModifyUser</a:t>
            </a:r>
            <a:r>
              <a:rPr lang="hu-HU" dirty="0"/>
              <a:t>() -&gt; Lehetővé teszi a regisztrált felhasználók adatainak utólagos módosítását.</a:t>
            </a:r>
          </a:p>
          <a:p>
            <a:pPr>
              <a:buFont typeface="Sitka Text Semibold" pitchFamily="2" charset="0"/>
              <a:buChar char="-"/>
            </a:pPr>
            <a:r>
              <a:rPr lang="hu-HU" dirty="0" err="1"/>
              <a:t>Megjelenites</a:t>
            </a:r>
            <a:r>
              <a:rPr lang="hu-HU" dirty="0"/>
              <a:t>() -&gt; A felhasználó összes futását táblázatos formában megjeleníti</a:t>
            </a:r>
          </a:p>
          <a:p>
            <a:pPr>
              <a:buFont typeface="Sitka Text Semibold" pitchFamily="2" charset="0"/>
              <a:buChar char="-"/>
            </a:pPr>
            <a:r>
              <a:rPr lang="hu-HU" dirty="0" err="1"/>
              <a:t>ArrowMenu</a:t>
            </a:r>
            <a:r>
              <a:rPr lang="hu-HU" dirty="0"/>
              <a:t>() -&gt; Nyilakkal vagy </a:t>
            </a:r>
            <a:r>
              <a:rPr lang="hu-HU" dirty="0" err="1"/>
              <a:t>wasd</a:t>
            </a:r>
            <a:r>
              <a:rPr lang="hu-HU" dirty="0"/>
              <a:t>-vel vezérelhető interaktív menürendszer</a:t>
            </a:r>
          </a:p>
          <a:p>
            <a:pPr>
              <a:buFont typeface="Sitka Text Semibold" pitchFamily="2" charset="0"/>
              <a:buChar char="-"/>
            </a:pPr>
            <a:r>
              <a:rPr lang="hu-HU" dirty="0" err="1"/>
              <a:t>WriteLine</a:t>
            </a:r>
            <a:r>
              <a:rPr lang="hu-HU" dirty="0"/>
              <a:t>()/ </a:t>
            </a:r>
            <a:r>
              <a:rPr lang="hu-HU" dirty="0" err="1"/>
              <a:t>Write</a:t>
            </a:r>
            <a:r>
              <a:rPr lang="hu-HU" dirty="0"/>
              <a:t>() -&gt; </a:t>
            </a:r>
            <a:r>
              <a:rPr lang="hu-HU" dirty="0" err="1"/>
              <a:t>Kiirási</a:t>
            </a:r>
            <a:r>
              <a:rPr lang="hu-HU" dirty="0"/>
              <a:t> segédfüggvények amelyek a konzol szélességéhez igazítva középre rendezve jelenítik meg a szövegeket.</a:t>
            </a:r>
          </a:p>
          <a:p>
            <a:pPr>
              <a:buFont typeface="Sitka Text Semibold" pitchFamily="2" charset="0"/>
              <a:buChar char="-"/>
            </a:pPr>
            <a:r>
              <a:rPr lang="hu-HU" dirty="0" err="1"/>
              <a:t>Statisztikak</a:t>
            </a:r>
            <a:r>
              <a:rPr lang="hu-HU" dirty="0"/>
              <a:t>() -&gt; </a:t>
            </a:r>
            <a:r>
              <a:rPr lang="hu-HU" dirty="0" err="1"/>
              <a:t>Kiirja</a:t>
            </a:r>
            <a:r>
              <a:rPr lang="hu-HU" dirty="0"/>
              <a:t> a felhasználó futási statisztikáit</a:t>
            </a:r>
          </a:p>
          <a:p>
            <a:pPr>
              <a:buFont typeface="Sitka Text Semibold" pitchFamily="2" charset="0"/>
              <a:buChar char="-"/>
            </a:pPr>
            <a:r>
              <a:rPr lang="hu-HU" dirty="0" err="1"/>
              <a:t>Register</a:t>
            </a:r>
            <a:r>
              <a:rPr lang="hu-HU" dirty="0"/>
              <a:t>()/ Login() -&gt; Új felhasználói fiók létrehozására és abba való bejelentkezésre szolgáló függvények</a:t>
            </a:r>
          </a:p>
        </p:txBody>
      </p:sp>
    </p:spTree>
    <p:extLst>
      <p:ext uri="{BB962C8B-B14F-4D97-AF65-F5344CB8AC3E}">
        <p14:creationId xmlns:p14="http://schemas.microsoft.com/office/powerpoint/2010/main" val="7355364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ím 3">
            <a:extLst>
              <a:ext uri="{FF2B5EF4-FFF2-40B4-BE49-F238E27FC236}">
                <a16:creationId xmlns:a16="http://schemas.microsoft.com/office/drawing/2014/main" id="{75AF89C4-2889-C198-7FA4-EE96906B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26664" y="758952"/>
            <a:ext cx="8129016" cy="3566160"/>
          </a:xfrm>
        </p:spPr>
        <p:txBody>
          <a:bodyPr>
            <a:normAutofit fontScale="90000"/>
          </a:bodyPr>
          <a:lstStyle/>
          <a:p>
            <a:r>
              <a:rPr lang="hu-HU" sz="14900" dirty="0"/>
              <a:t>Köszönjük a figyelmet!</a:t>
            </a:r>
          </a:p>
        </p:txBody>
      </p:sp>
      <p:sp>
        <p:nvSpPr>
          <p:cNvPr id="5" name="Alcím 4">
            <a:extLst>
              <a:ext uri="{FF2B5EF4-FFF2-40B4-BE49-F238E27FC236}">
                <a16:creationId xmlns:a16="http://schemas.microsoft.com/office/drawing/2014/main" id="{DCE615DF-522B-968D-4BFF-5DD4E7B3BC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6" name="Google Shape;192;p21" title="a76a6c1d-031f-4cde-b878-f9e145207e1a_removalai_preview.png">
            <a:extLst>
              <a:ext uri="{FF2B5EF4-FFF2-40B4-BE49-F238E27FC236}">
                <a16:creationId xmlns:a16="http://schemas.microsoft.com/office/drawing/2014/main" id="{FCBD50C7-0383-4C92-4CBE-C85F11BF5CCA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36539" y="881895"/>
            <a:ext cx="2490125" cy="35737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956312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2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51</TotalTime>
  <Words>194</Words>
  <Application>Microsoft Office PowerPoint</Application>
  <PresentationFormat>Szélesvásznú</PresentationFormat>
  <Paragraphs>47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Calibri</vt:lpstr>
      <vt:lpstr>Calibri Light</vt:lpstr>
      <vt:lpstr>Sitka Text Semibold</vt:lpstr>
      <vt:lpstr>Times New Roman</vt:lpstr>
      <vt:lpstr>Retrospektív</vt:lpstr>
      <vt:lpstr>Futás nyilvántartó</vt:lpstr>
      <vt:lpstr>A program működése</vt:lpstr>
      <vt:lpstr>Dominik munkássága</vt:lpstr>
      <vt:lpstr>Imre munkássága</vt:lpstr>
      <vt:lpstr>Nándi munkássága</vt:lpstr>
      <vt:lpstr>A program főbb részei</vt:lpstr>
      <vt:lpstr>Köszönjük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Dgamer 1118</dc:creator>
  <cp:lastModifiedBy>Dgamer 1118</cp:lastModifiedBy>
  <cp:revision>29</cp:revision>
  <dcterms:created xsi:type="dcterms:W3CDTF">2026-01-21T16:43:22Z</dcterms:created>
  <dcterms:modified xsi:type="dcterms:W3CDTF">2026-01-21T17:35:22Z</dcterms:modified>
</cp:coreProperties>
</file>