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628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2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461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743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29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385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5294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169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022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196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9950DD-C43F-43A6-A0D6-586CE2C100B3}" type="datetimeFigureOut">
              <a:rPr lang="hu-HU" smtClean="0"/>
              <a:t>2026. 01. 22.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ED9EF6D-EAB9-462E-9614-3F8F3BBE850D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01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7DAEDC-9E00-BD0C-83EB-3EC9E8AA7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hu-HU" sz="13400" b="1" dirty="0"/>
              <a:t>Futás nyilvántartó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565654-AB4E-0985-A7F1-FF2CE00121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Papp </a:t>
            </a:r>
            <a:r>
              <a:rPr lang="hu-HU" dirty="0" err="1"/>
              <a:t>Dominik,Németh</a:t>
            </a:r>
            <a:r>
              <a:rPr lang="hu-HU" dirty="0"/>
              <a:t> </a:t>
            </a:r>
            <a:r>
              <a:rPr lang="hu-HU" dirty="0" err="1"/>
              <a:t>imre</a:t>
            </a:r>
            <a:r>
              <a:rPr lang="hu-HU" dirty="0"/>
              <a:t> és Ádám </a:t>
            </a:r>
            <a:r>
              <a:rPr lang="hu-HU" dirty="0" err="1"/>
              <a:t>nándor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2124A88-382E-42BD-BB8C-5C5B6185F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569" y="656570"/>
            <a:ext cx="3014431" cy="349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0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BCECCB-C0D7-5275-1ECC-A677C327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8000" b="1" dirty="0">
                <a:cs typeface="Times New Roman" panose="02020603050405020304" pitchFamily="18" charset="0"/>
              </a:rPr>
              <a:t>A program működése</a:t>
            </a:r>
            <a:endParaRPr lang="hu-HU" sz="8000" dirty="0"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CB58DC-AFB4-FC5D-57B4-48730C40D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 b="1" i="1" dirty="0"/>
              <a:t>Fő menü pontjai:</a:t>
            </a:r>
          </a:p>
          <a:p>
            <a:pPr marL="457200" lvl="0" indent="-311150">
              <a:spcAft>
                <a:spcPts val="0"/>
              </a:spcAft>
              <a:buSzPts val="1300"/>
              <a:buChar char="-"/>
            </a:pPr>
            <a:r>
              <a:rPr lang="hu-HU" dirty="0"/>
              <a:t>Regisztráció</a:t>
            </a:r>
          </a:p>
          <a:p>
            <a: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-HU" dirty="0"/>
              <a:t>Bejelentkezés</a:t>
            </a:r>
          </a:p>
          <a:p>
            <a: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-HU" dirty="0"/>
              <a:t>Beállítások</a:t>
            </a:r>
          </a:p>
          <a:p>
            <a: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-HU" dirty="0"/>
              <a:t>Kilépés</a:t>
            </a:r>
          </a:p>
          <a:p>
            <a: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endParaRPr lang="hu-HU" dirty="0"/>
          </a:p>
          <a:p>
            <a:pPr marL="146050" indent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hu-HU" b="1" i="1" dirty="0"/>
              <a:t>A bejelentkezett menü fő pontjai:</a:t>
            </a:r>
          </a:p>
          <a:p>
            <a:pPr marL="488950" indent="-342900">
              <a:spcBef>
                <a:spcPts val="0"/>
              </a:spcBef>
              <a:spcAft>
                <a:spcPts val="0"/>
              </a:spcAft>
              <a:buSzPts val="1300"/>
              <a:buFont typeface="Sitka Text Semibold" pitchFamily="2" charset="0"/>
              <a:buChar char="-"/>
            </a:pPr>
            <a:r>
              <a:rPr lang="hu-HU" dirty="0"/>
              <a:t>Új futás rögzítése</a:t>
            </a:r>
          </a:p>
          <a:p>
            <a:pPr marL="488950" indent="-342900">
              <a:spcBef>
                <a:spcPts val="0"/>
              </a:spcBef>
              <a:spcAft>
                <a:spcPts val="0"/>
              </a:spcAft>
              <a:buSzPts val="1300"/>
              <a:buFont typeface="Sitka Text Semibold" pitchFamily="2" charset="0"/>
              <a:buChar char="-"/>
            </a:pPr>
            <a:r>
              <a:rPr lang="hu-HU" dirty="0"/>
              <a:t>Futások</a:t>
            </a:r>
          </a:p>
          <a:p>
            <a:pPr marL="488950" indent="-342900">
              <a:spcBef>
                <a:spcPts val="0"/>
              </a:spcBef>
              <a:spcAft>
                <a:spcPts val="0"/>
              </a:spcAft>
              <a:buSzPts val="1300"/>
              <a:buFont typeface="Sitka Text Semibold" pitchFamily="2" charset="0"/>
              <a:buChar char="-"/>
            </a:pPr>
            <a:r>
              <a:rPr lang="hu-HU" dirty="0"/>
              <a:t>Statisztikák</a:t>
            </a:r>
          </a:p>
          <a:p>
            <a:pPr marL="488950" indent="-342900">
              <a:spcBef>
                <a:spcPts val="0"/>
              </a:spcBef>
              <a:spcAft>
                <a:spcPts val="0"/>
              </a:spcAft>
              <a:buSzPts val="1300"/>
              <a:buFont typeface="Sitka Text Semibold" pitchFamily="2" charset="0"/>
              <a:buChar char="-"/>
            </a:pPr>
            <a:r>
              <a:rPr lang="hu-HU" dirty="0"/>
              <a:t>Futások és fiók kezelés</a:t>
            </a:r>
          </a:p>
          <a:p>
            <a:pPr marL="488950" indent="-342900">
              <a:spcBef>
                <a:spcPts val="0"/>
              </a:spcBef>
              <a:spcAft>
                <a:spcPts val="0"/>
              </a:spcAft>
              <a:buSzPts val="1300"/>
              <a:buFont typeface="Sitka Text Semibold" pitchFamily="2" charset="0"/>
              <a:buChar char="-"/>
            </a:pPr>
            <a:r>
              <a:rPr lang="hu-HU" dirty="0"/>
              <a:t>5km lefutási idő beállító</a:t>
            </a:r>
          </a:p>
        </p:txBody>
      </p:sp>
      <p:pic>
        <p:nvPicPr>
          <p:cNvPr id="5" name="Kép 4" descr="A képen szöveg, Betűtípus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B7C482B-9948-1A30-9117-60BA3D79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173" y="3739943"/>
            <a:ext cx="2848373" cy="2048161"/>
          </a:xfrm>
          <a:prstGeom prst="rect">
            <a:avLst/>
          </a:prstGeom>
        </p:spPr>
      </p:pic>
      <p:pic>
        <p:nvPicPr>
          <p:cNvPr id="7" name="Kép 6" descr="A képen szöveg, Betűtípus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07D7027-9D0C-62F0-152B-20BE3949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528" y="1845734"/>
            <a:ext cx="2191056" cy="146705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A4988D9-298D-4F60-B6D3-35C582E0A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05" y="5717913"/>
            <a:ext cx="2024795" cy="114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3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B2F0A7-A680-E1B8-A497-14D14E58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Dominik munkássága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BDE175-E13F-81EA-41D8-FF13C9017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4482"/>
          </a:xfrm>
        </p:spPr>
        <p:txBody>
          <a:bodyPr>
            <a:normAutofit/>
          </a:bodyPr>
          <a:lstStyle/>
          <a:p>
            <a:pPr>
              <a:buFont typeface="Sitka Text Semibold" pitchFamily="2" charset="0"/>
              <a:buChar char="-"/>
            </a:pPr>
            <a:r>
              <a:rPr lang="hu-HU" sz="3200" dirty="0"/>
              <a:t>Felhasználó kezelés</a:t>
            </a:r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Bejelentkezés</a:t>
            </a:r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Regisztráció</a:t>
            </a:r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Szöveg </a:t>
            </a:r>
            <a:r>
              <a:rPr lang="hu-HU" sz="3200" dirty="0" err="1"/>
              <a:t>kezelés,táblázat</a:t>
            </a:r>
            <a:endParaRPr lang="hu-HU" sz="3200" dirty="0"/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Inputok </a:t>
            </a:r>
            <a:r>
              <a:rPr lang="hu-HU" sz="3200" dirty="0" err="1"/>
              <a:t>ellenörzése</a:t>
            </a:r>
            <a:endParaRPr lang="hu-HU" sz="3200" dirty="0"/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Hiba javítások</a:t>
            </a:r>
          </a:p>
          <a:p>
            <a:pPr>
              <a:buFont typeface="Sitka Text Semibold" pitchFamily="2" charset="0"/>
              <a:buChar char="-"/>
            </a:pPr>
            <a:r>
              <a:rPr lang="hu-HU" sz="3200" dirty="0"/>
              <a:t>Statisztika</a:t>
            </a:r>
          </a:p>
        </p:txBody>
      </p:sp>
      <p:pic>
        <p:nvPicPr>
          <p:cNvPr id="5" name="Kép 4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924B804-4835-0ED6-192C-ACEB99FD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1737361"/>
            <a:ext cx="3437422" cy="2597042"/>
          </a:xfrm>
          <a:prstGeom prst="rect">
            <a:avLst/>
          </a:prstGeom>
        </p:spPr>
      </p:pic>
      <p:pic>
        <p:nvPicPr>
          <p:cNvPr id="7" name="Kép 6" descr="A képen szöveg, képernyőkép, Betűtípus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7DDDEB0-832A-88FA-766F-262700523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353" y="4000479"/>
            <a:ext cx="2693281" cy="240811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4834300-2CC2-4262-9A90-9346C9F44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902" y="5334190"/>
            <a:ext cx="1534071" cy="15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07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B29C02-67E8-17E7-D7F7-CCE5D8E8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Imre munkássága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C537CC-E7BB-5BCE-C16F-39CCD1053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</a:t>
            </a:r>
            <a:r>
              <a:rPr lang="hu-HU" sz="2800" dirty="0" err="1"/>
              <a:t>classba</a:t>
            </a:r>
            <a:r>
              <a:rPr lang="hu-HU" sz="2800" dirty="0"/>
              <a:t> rendezése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felvétele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Átlag sebesség időbeli változása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mentése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beolvasása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módosítása</a:t>
            </a:r>
          </a:p>
          <a:p>
            <a:pPr>
              <a:buFont typeface="Sitka Text Semibold" pitchFamily="2" charset="0"/>
              <a:buChar char="-"/>
            </a:pPr>
            <a:r>
              <a:rPr lang="hu-HU" sz="2800" dirty="0"/>
              <a:t>Futások törlése</a:t>
            </a:r>
          </a:p>
          <a:p>
            <a:pPr>
              <a:buFont typeface="Sitka Text Semibold" pitchFamily="2" charset="0"/>
              <a:buChar char="-"/>
            </a:pPr>
            <a:endParaRPr lang="hu-HU" dirty="0"/>
          </a:p>
        </p:txBody>
      </p:sp>
      <p:pic>
        <p:nvPicPr>
          <p:cNvPr id="5" name="Kép 4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647851C-7FA6-527A-2C79-A0B111A15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186" y="1737360"/>
            <a:ext cx="5004123" cy="3236036"/>
          </a:xfrm>
          <a:prstGeom prst="rect">
            <a:avLst/>
          </a:prstGeom>
        </p:spPr>
      </p:pic>
      <p:pic>
        <p:nvPicPr>
          <p:cNvPr id="7" name="Kép 6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23A8CF9-BABF-CD6D-4E3F-62B55CA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24" y="3764188"/>
            <a:ext cx="2561063" cy="289872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B0A6EA8-7D16-4610-B1B8-D573F6990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89086" y="4924142"/>
            <a:ext cx="1402914" cy="193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16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1A2F40-2FF4-85AE-87F0-0CC247AB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Nándi munkássága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2161EC-0AD3-1B7D-15C2-63FA378A3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Sitka Text Semibold" pitchFamily="2" charset="0"/>
              <a:buChar char="-"/>
            </a:pPr>
            <a:r>
              <a:rPr lang="hu-HU" sz="3600" dirty="0"/>
              <a:t>Edzéseket össze számoló függvények</a:t>
            </a:r>
          </a:p>
          <a:p>
            <a:pPr>
              <a:buFont typeface="Sitka Text Semibold" pitchFamily="2" charset="0"/>
              <a:buChar char="-"/>
            </a:pPr>
            <a:r>
              <a:rPr lang="hu-HU" sz="3600" dirty="0" err="1"/>
              <a:t>Admin</a:t>
            </a:r>
            <a:r>
              <a:rPr lang="hu-HU" sz="3600" dirty="0"/>
              <a:t> felület</a:t>
            </a:r>
          </a:p>
          <a:p>
            <a:pPr>
              <a:buFont typeface="Sitka Text Semibold" pitchFamily="2" charset="0"/>
              <a:buChar char="-"/>
            </a:pPr>
            <a:r>
              <a:rPr lang="hu-HU" sz="3600" dirty="0" err="1"/>
              <a:t>Admin</a:t>
            </a:r>
            <a:r>
              <a:rPr lang="hu-HU" sz="3600" dirty="0"/>
              <a:t> felhasználó kezelés</a:t>
            </a:r>
          </a:p>
          <a:p>
            <a:pPr>
              <a:buFont typeface="Sitka Text Semibold" pitchFamily="2" charset="0"/>
              <a:buChar char="-"/>
            </a:pPr>
            <a:r>
              <a:rPr lang="hu-HU" sz="3600" dirty="0" err="1"/>
              <a:t>Admin</a:t>
            </a:r>
            <a:r>
              <a:rPr lang="hu-HU" sz="3600" dirty="0"/>
              <a:t> futáskezelés</a:t>
            </a:r>
          </a:p>
          <a:p>
            <a:pPr>
              <a:buFont typeface="Sitka Text Semibold" pitchFamily="2" charset="0"/>
              <a:buChar char="-"/>
            </a:pPr>
            <a:r>
              <a:rPr lang="hu-HU" sz="3600" dirty="0"/>
              <a:t>Dokumentáció részben</a:t>
            </a:r>
          </a:p>
          <a:p>
            <a:pPr>
              <a:buFont typeface="Sitka Text Semibold" pitchFamily="2" charset="0"/>
              <a:buChar char="-"/>
            </a:pPr>
            <a:r>
              <a:rPr lang="hu-HU" sz="3600" dirty="0"/>
              <a:t>Edzések sikeres arányát számolás</a:t>
            </a:r>
          </a:p>
        </p:txBody>
      </p:sp>
      <p:pic>
        <p:nvPicPr>
          <p:cNvPr id="7" name="Kép 6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5D0A2A2-FFA9-AA70-04E7-9D8016C24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468375"/>
            <a:ext cx="3445148" cy="3295655"/>
          </a:xfrm>
          <a:prstGeom prst="rect">
            <a:avLst/>
          </a:prstGeom>
        </p:spPr>
      </p:pic>
      <p:pic>
        <p:nvPicPr>
          <p:cNvPr id="9" name="Kép 8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4756E60-D850-789C-B613-E3F58A422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703" y="3945802"/>
            <a:ext cx="3573730" cy="180475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5C4C6EA-67AC-47D6-A61C-5E97F4329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4743" y="5473066"/>
            <a:ext cx="1387257" cy="138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83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228698-BF55-22B5-F4B6-D7EDCF29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A program főbb függvényei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BD58F7-0E84-03A6-1895-1747BDA7D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VersenyAdafelvetel</a:t>
            </a:r>
            <a:r>
              <a:rPr lang="hu-HU" sz="2400" dirty="0"/>
              <a:t>() -&gt; A felhasználótól bekéri a futásának adatait és tárolja azokat.</a:t>
            </a:r>
          </a:p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Megjelenites</a:t>
            </a:r>
            <a:r>
              <a:rPr lang="hu-HU" sz="2400" dirty="0"/>
              <a:t>() -&gt; A felhasználó összes futását táblázatos formában megjeleníti</a:t>
            </a:r>
          </a:p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ArrowMenu</a:t>
            </a:r>
            <a:r>
              <a:rPr lang="hu-HU" sz="2400" dirty="0"/>
              <a:t>() -&gt; Nyilakkal vagy </a:t>
            </a:r>
            <a:r>
              <a:rPr lang="hu-HU" sz="2400" dirty="0" err="1"/>
              <a:t>wasd</a:t>
            </a:r>
            <a:r>
              <a:rPr lang="hu-HU" sz="2400" dirty="0"/>
              <a:t>-vel vezérelhető interaktív menürendszer</a:t>
            </a:r>
          </a:p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WriteLine</a:t>
            </a:r>
            <a:r>
              <a:rPr lang="hu-HU" sz="2400" dirty="0"/>
              <a:t>()/ </a:t>
            </a:r>
            <a:r>
              <a:rPr lang="hu-HU" sz="2400" dirty="0" err="1"/>
              <a:t>Write</a:t>
            </a:r>
            <a:r>
              <a:rPr lang="hu-HU" sz="2400" dirty="0"/>
              <a:t>() -&gt; </a:t>
            </a:r>
            <a:r>
              <a:rPr lang="hu-HU" sz="2400" dirty="0" err="1"/>
              <a:t>Kiirási</a:t>
            </a:r>
            <a:r>
              <a:rPr lang="hu-HU" sz="2400" dirty="0"/>
              <a:t> segédfüggvények amelyek a konzol szélességéhez igazítva középre rendezve jelenítik meg a szövegeket.</a:t>
            </a:r>
          </a:p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Statisztikak</a:t>
            </a:r>
            <a:r>
              <a:rPr lang="hu-HU" sz="2400" dirty="0"/>
              <a:t>() -&gt; </a:t>
            </a:r>
            <a:r>
              <a:rPr lang="hu-HU" sz="2400" dirty="0" err="1"/>
              <a:t>Kiirja</a:t>
            </a:r>
            <a:r>
              <a:rPr lang="hu-HU" sz="2400" dirty="0"/>
              <a:t> a felhasználó futási statisztikáit</a:t>
            </a:r>
          </a:p>
          <a:p>
            <a:pPr>
              <a:buFont typeface="Sitka Text Semibold" pitchFamily="2" charset="0"/>
              <a:buChar char="-"/>
            </a:pPr>
            <a:r>
              <a:rPr lang="hu-HU" sz="2400" dirty="0" err="1"/>
              <a:t>Register</a:t>
            </a:r>
            <a:r>
              <a:rPr lang="hu-HU" sz="2400" dirty="0"/>
              <a:t>()/ Login() -&gt; Új felhasználói fiók létrehozására és abba való bejelentkezésre szolgáló függvények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609C22A-756E-4E27-9D4A-FC4B38A5F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57" y="5026964"/>
            <a:ext cx="1904816" cy="19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3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5AF89C4-2889-C198-7FA4-EE96906B5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6664" y="758952"/>
            <a:ext cx="8129016" cy="3566160"/>
          </a:xfrm>
        </p:spPr>
        <p:txBody>
          <a:bodyPr>
            <a:normAutofit fontScale="90000"/>
          </a:bodyPr>
          <a:lstStyle/>
          <a:p>
            <a:r>
              <a:rPr lang="hu-HU" sz="14900" dirty="0"/>
              <a:t>Köszönjük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DCE615DF-522B-968D-4BFF-5DD4E7B3BC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6" name="Google Shape;192;p21" title="a76a6c1d-031f-4cde-b878-f9e145207e1a_removalai_preview.png">
            <a:extLst>
              <a:ext uri="{FF2B5EF4-FFF2-40B4-BE49-F238E27FC236}">
                <a16:creationId xmlns:a16="http://schemas.microsoft.com/office/drawing/2014/main" id="{FCBD50C7-0383-4C92-4CBE-C85F11BF5CC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6539" y="881895"/>
            <a:ext cx="2490125" cy="35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4E9E284-D7CF-4B79-9090-341E8F5A3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333" y="5028876"/>
            <a:ext cx="1829124" cy="182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3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ktív">
  <a:themeElements>
    <a:clrScheme name="Retrospektív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177</Words>
  <Application>Microsoft Office PowerPoint</Application>
  <PresentationFormat>Szélesvásznú</PresentationFormat>
  <Paragraphs>46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Sitka Text Semibold</vt:lpstr>
      <vt:lpstr>Times New Roman</vt:lpstr>
      <vt:lpstr>Retrospektív</vt:lpstr>
      <vt:lpstr>Futás nyilvántartó</vt:lpstr>
      <vt:lpstr>A program működése</vt:lpstr>
      <vt:lpstr>Dominik munkássága</vt:lpstr>
      <vt:lpstr>Imre munkássága</vt:lpstr>
      <vt:lpstr>Nándi munkássága</vt:lpstr>
      <vt:lpstr>A program főbb függvényei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Futás nyilvántartó</dc:title>
  <dc:creator>Dgamer 1118</dc:creator>
  <cp:lastModifiedBy>Papp Dániel Dominik</cp:lastModifiedBy>
  <cp:revision>39</cp:revision>
  <dcterms:created xsi:type="dcterms:W3CDTF">2026-01-21T16:43:22Z</dcterms:created>
  <dcterms:modified xsi:type="dcterms:W3CDTF">2026-01-22T08:06:11Z</dcterms:modified>
</cp:coreProperties>
</file>